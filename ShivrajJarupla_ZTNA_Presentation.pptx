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ZERO TRUST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1505F"/>
                </a:solidFill>
              </a:defRPr>
            </a:pPr>
            <a:r>
              <a:t>Educational Access Gateway Simulator</a:t>
            </a:r>
            <a:br/>
            <a:r>
              <a:t>Project presentation | Shivraj Jarupla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ZTNA evaluates access to specific applications and resources.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Being inside a network does not automatically make a request trusted.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Identity and context signals help determine whether access should be granted.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Explain request-by-request access evaluation.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Demonstrate least-privilege role permissions.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Show the impact of device status, MFA, and risk.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Build a small, understandable Python simulator.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Verify explicitly using available identity and context signals.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Apply least privilege: grant only necessary resource access.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Assume breach; do not rely only on network location.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Re-evaluate when relevant conditions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System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User role and requested resource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Managed-device status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Multi-factor authentication (MFA) result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Risk score from 0 to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How the Simulator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1. Receive a sample access request.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2. Check role-resource permission.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3. Evaluate risk, device status, and MFA.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4. Return ALLOW, DENY, or ADDITIONAL VERIFICATION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Policy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Unauthorized role/resource → DENY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Very high risk (80 or above) → DENY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Unmanaged device or MFA missing → additional verification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Medium risk (50–79) → additional verification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All checks pass with low risk → ALLOW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Example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Student + learning portal + managed device + MFA + low risk → ALLOW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Student + security console → DENY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Unmanaged device → additional verification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Risk score 91 → DENY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Demonstrates more contextual decisions than simple network trust.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Shows clear reasons for access outcomes.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Illustrates least privilege in a small example.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Runs using Python's standard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Limitations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Uses simulated users and risk scores; it is not connected to real services.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Does not authenticate real users or enforce real network access.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Future extensions: unit tests, audit logging, configurable policies, and a web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ZTNA evaluates access requests using identity and context.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The simulator combines role, resource, device, MFA, and risk checks.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It is an educational prototype, not a production security solution.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4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4B6E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NIST SP 800-207, Zero Trust Architecture (2020).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NIST cybersecurity guidance and framework resources.</a:t>
            </a:r>
          </a:p>
          <a:p>
            <a:pPr>
              <a:spcAft>
                <a:spcPts val="1400"/>
              </a:spcAft>
              <a:defRPr sz="2200">
                <a:solidFill>
                  <a:srgbClr val="283746"/>
                </a:solidFill>
              </a:defRPr>
            </a:pPr>
            <a:r>
              <a:t>Python 3 documentation: https://docs.python.org/3/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ZTNA Educational Project | Shivraj Jarupla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